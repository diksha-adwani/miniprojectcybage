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275" r:id="rId2"/>
    <p:sldMasterId id="2147484311" r:id="rId3"/>
  </p:sldMasterIdLst>
  <p:notesMasterIdLst>
    <p:notesMasterId r:id="rId22"/>
  </p:notesMasterIdLst>
  <p:handoutMasterIdLst>
    <p:handoutMasterId r:id="rId23"/>
  </p:handoutMasterIdLst>
  <p:sldIdLst>
    <p:sldId id="256" r:id="rId4"/>
    <p:sldId id="272" r:id="rId5"/>
    <p:sldId id="257" r:id="rId6"/>
    <p:sldId id="258" r:id="rId7"/>
    <p:sldId id="259" r:id="rId8"/>
    <p:sldId id="274" r:id="rId9"/>
    <p:sldId id="275" r:id="rId10"/>
    <p:sldId id="260" r:id="rId11"/>
    <p:sldId id="261" r:id="rId12"/>
    <p:sldId id="262" r:id="rId13"/>
    <p:sldId id="263" r:id="rId14"/>
    <p:sldId id="265" r:id="rId15"/>
    <p:sldId id="267" r:id="rId16"/>
    <p:sldId id="268" r:id="rId17"/>
    <p:sldId id="269" r:id="rId18"/>
    <p:sldId id="270" r:id="rId19"/>
    <p:sldId id="271" r:id="rId20"/>
    <p:sldId id="273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E46C0A"/>
    <a:srgbClr val="0075B0"/>
    <a:srgbClr val="00547E"/>
    <a:srgbClr val="0093DD"/>
    <a:srgbClr val="69CAFB"/>
    <a:srgbClr val="44BDFA"/>
    <a:srgbClr val="0085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54" autoAdjust="0"/>
  </p:normalViewPr>
  <p:slideViewPr>
    <p:cSldViewPr snapToGrid="0" showGuides="1">
      <p:cViewPr varScale="1">
        <p:scale>
          <a:sx n="70" d="100"/>
          <a:sy n="70" d="100"/>
        </p:scale>
        <p:origin x="-1374" y="-90"/>
      </p:cViewPr>
      <p:guideLst>
        <p:guide orient="horz" pos="1419"/>
        <p:guide orient="horz" pos="4164"/>
        <p:guide orient="horz" pos="1171"/>
        <p:guide orient="horz" pos="3505"/>
        <p:guide orient="horz" pos="1685"/>
        <p:guide pos="2880"/>
        <p:guide pos="5616"/>
        <p:guide pos="144"/>
        <p:guide/>
        <p:guide pos="1104"/>
        <p:guide pos="1591"/>
        <p:guide pos="3024"/>
        <p:guide pos="14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-202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3DB0290-AD4D-4875-AE36-9B95EED37B23}" type="datetimeFigureOut">
              <a:rPr lang="en-US"/>
              <a:pPr>
                <a:defRPr/>
              </a:pPr>
              <a:t>2/12/2016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92957E-9FAD-400F-965F-6B63005E97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2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4DB1155-23EC-48ED-968C-871B97B5CB18}" type="datetimeFigureOut">
              <a:rPr lang="en-US"/>
              <a:pPr>
                <a:defRPr/>
              </a:pPr>
              <a:t>2/12/2016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08DA488-622B-4B03-89F7-0C7090BEF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905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7D275F5-F69B-460B-8F27-34AB843E6F9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FC098BE-2450-4FD3-894F-B15F79DEF8A6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en-US" dirty="0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660EB3A-D604-4AB8-B6FE-517D58584C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69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iStock_000005255967_WBack_0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4" t="21" b="7971"/>
          <a:stretch>
            <a:fillRect/>
          </a:stretch>
        </p:blipFill>
        <p:spPr bwMode="auto">
          <a:xfrm>
            <a:off x="0" y="690563"/>
            <a:ext cx="9144000" cy="616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E024804-5FE4-43EB-A3DC-CE9465AC980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0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AE39FDE-B22A-46FC-A160-90B07DD945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2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Option - Option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-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5225" b="14674"/>
          <a:stretch>
            <a:fillRect/>
          </a:stretch>
        </p:blipFill>
        <p:spPr bwMode="auto">
          <a:xfrm>
            <a:off x="0" y="687388"/>
            <a:ext cx="9144000" cy="617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C41715D-A6B8-40A7-95E6-CFD2F83C7A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2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295889-5643-4F2A-A2EA-6C57F8E41B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5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iStock_000002285402XSmall_02.jpg"/>
          <p:cNvPicPr>
            <a:picLocks noChangeAspect="1"/>
          </p:cNvPicPr>
          <p:nvPr userDrawn="1"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" t="3665" r="1407"/>
          <a:stretch>
            <a:fillRect/>
          </a:stretch>
        </p:blipFill>
        <p:spPr bwMode="auto">
          <a:xfrm>
            <a:off x="0" y="687388"/>
            <a:ext cx="9142413" cy="616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8708172-4FBD-4E30-AF6C-AEA3E3461C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8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EF7CF83-7D07-416B-9A2E-8A92D31C37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rgbClr val="262626"/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4844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CC72EAB-1B23-42D4-AE30-1C46AF8970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/ Content / 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C87B666-782D-45DF-B949-4849698477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4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/Content/Bulle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629" b="8450"/>
          <a:stretch>
            <a:fillRect/>
          </a:stretch>
        </p:blipFill>
        <p:spPr bwMode="auto">
          <a:xfrm>
            <a:off x="2552700" y="2982913"/>
            <a:ext cx="6591300" cy="387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2"/>
            <a:ext cx="7269734" cy="4724717"/>
          </a:xfrm>
          <a:prstGeom prst="rect">
            <a:avLst/>
          </a:prstGeom>
        </p:spPr>
        <p:txBody>
          <a:bodyPr/>
          <a:lstStyle>
            <a:lvl1pPr marL="457200" indent="-228600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32EA29C-C541-4170-82C5-9362BD02D0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2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Slide with Text -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5306251"/>
            <a:ext cx="7269734" cy="1423733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52600" y="1856231"/>
            <a:ext cx="5644896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89CA7F7-F4C4-4DC2-8A57-21C659CD72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698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1"/>
            <a:ext cx="4260850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379"/>
            <a:ext cx="4343400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1EA9D3A-9DF0-413E-93DD-8C0E48055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92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209550" y="2327275"/>
            <a:ext cx="2155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Microsoft Sans Serif" pitchFamily="34" charset="0"/>
                <a:ea typeface="Kozuka Gothic Pro L" pitchFamily="34" charset="-128"/>
                <a:cs typeface="Microsoft Sans Serif" pitchFamily="34" charset="0"/>
              </a:rPr>
              <a:t>Place image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2"/>
            <a:ext cx="2136775" cy="1582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280" y="1721803"/>
            <a:ext cx="6389687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2D103BA-A63D-434B-BBAA-F783C63294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201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auto">
          <a:xfrm flipH="1">
            <a:off x="-9525" y="1457325"/>
            <a:ext cx="2286000" cy="795338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 flipH="1">
            <a:off x="4572000" y="1457325"/>
            <a:ext cx="2286000" cy="795338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 flipH="1">
            <a:off x="6858000" y="1457325"/>
            <a:ext cx="2286000" cy="795338"/>
          </a:xfrm>
          <a:prstGeom prst="rect">
            <a:avLst/>
          </a:prstGeom>
          <a:solidFill>
            <a:srgbClr val="EB7E0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 bwMode="auto">
          <a:xfrm flipH="1">
            <a:off x="2278063" y="1457325"/>
            <a:ext cx="2293937" cy="795338"/>
          </a:xfrm>
          <a:prstGeom prst="rect">
            <a:avLst/>
          </a:prstGeom>
          <a:solidFill>
            <a:srgbClr val="0075B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 bwMode="auto">
          <a:xfrm flipH="1" flipV="1">
            <a:off x="2278063" y="2252663"/>
            <a:ext cx="2293937" cy="3343275"/>
          </a:xfrm>
          <a:prstGeom prst="rect">
            <a:avLst/>
          </a:prstGeom>
          <a:solidFill>
            <a:srgbClr val="69CAFB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 bwMode="auto">
          <a:xfrm flipH="1" flipV="1">
            <a:off x="4572000" y="2252663"/>
            <a:ext cx="2286000" cy="3343275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 bwMode="auto">
          <a:xfrm flipH="1" flipV="1">
            <a:off x="-9525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Rectangle 19"/>
          <p:cNvSpPr/>
          <p:nvPr userDrawn="1"/>
        </p:nvSpPr>
        <p:spPr bwMode="auto">
          <a:xfrm flipH="1" flipV="1">
            <a:off x="6858000" y="2252663"/>
            <a:ext cx="2286000" cy="3343275"/>
          </a:xfrm>
          <a:prstGeom prst="rect">
            <a:avLst/>
          </a:prstGeom>
          <a:solidFill>
            <a:srgbClr val="FDD9B1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17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67713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7"/>
          </p:nvPr>
        </p:nvSpPr>
        <p:spPr>
          <a:xfrm>
            <a:off x="128017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67712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2CAF88E-6F27-44C8-9EA2-48A00F8046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2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flipV="1">
            <a:off x="2286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6858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 flipV="1">
            <a:off x="4572000" y="2252663"/>
            <a:ext cx="2286000" cy="3343275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 flipV="1">
            <a:off x="2286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 flipV="1">
            <a:off x="4572000" y="1457325"/>
            <a:ext cx="2286000" cy="795338"/>
          </a:xfrm>
          <a:prstGeom prst="rect">
            <a:avLst/>
          </a:prstGeom>
          <a:solidFill>
            <a:srgbClr val="00547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 flipV="1">
            <a:off x="6858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 flipH="1">
            <a:off x="0" y="1457325"/>
            <a:ext cx="2286000" cy="792163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20" name="Group 47"/>
          <p:cNvGrpSpPr>
            <a:grpSpLocks/>
          </p:cNvGrpSpPr>
          <p:nvPr userDrawn="1"/>
        </p:nvGrpSpPr>
        <p:grpSpPr bwMode="auto">
          <a:xfrm>
            <a:off x="1836738" y="1608138"/>
            <a:ext cx="352425" cy="266700"/>
            <a:chOff x="1773238" y="1957388"/>
            <a:chExt cx="352425" cy="266700"/>
          </a:xfrm>
        </p:grpSpPr>
        <p:sp>
          <p:nvSpPr>
            <p:cNvPr id="21" name="Isosceles Triangle 20"/>
            <p:cNvSpPr/>
            <p:nvPr/>
          </p:nvSpPr>
          <p:spPr>
            <a:xfrm rot="5400000">
              <a:off x="1716088" y="2014538"/>
              <a:ext cx="266700" cy="152400"/>
            </a:xfrm>
            <a:prstGeom prst="triangle">
              <a:avLst/>
            </a:prstGeom>
            <a:solidFill>
              <a:srgbClr val="00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1806575" y="2014538"/>
              <a:ext cx="266700" cy="152400"/>
            </a:xfrm>
            <a:prstGeom prst="triangle">
              <a:avLst/>
            </a:prstGeom>
            <a:solidFill>
              <a:srgbClr val="004B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1916113" y="2014538"/>
              <a:ext cx="266700" cy="152400"/>
            </a:xfrm>
            <a:prstGeom prst="triangle">
              <a:avLst/>
            </a:prstGeom>
            <a:solidFill>
              <a:srgbClr val="00547E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5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C0BA471-DB2D-4668-BC07-75978C8F4B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66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6000" y="1457325"/>
            <a:ext cx="3400425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86425" y="1457325"/>
            <a:ext cx="3457575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71713" y="2254250"/>
            <a:ext cx="341471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86425" y="2254250"/>
            <a:ext cx="3457575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6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0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C441B02-83F8-43C4-8D46-D305778B38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607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9D2AD7-9239-4C1F-A575-95B5CC0AD3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74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2000" contrast="-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"/>
          <a:stretch>
            <a:fillRect/>
          </a:stretch>
        </p:blipFill>
        <p:spPr bwMode="auto">
          <a:xfrm>
            <a:off x="0" y="695325"/>
            <a:ext cx="9142413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12A78CE-7E2F-4B5C-940F-71F65420D21C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39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iStock_000005255967_WBack_03.jpg"/>
          <p:cNvPicPr>
            <a:picLocks noChangeAspect="1"/>
          </p:cNvPicPr>
          <p:nvPr userDrawn="1"/>
        </p:nvPicPr>
        <p:blipFill>
          <a:blip r:embed="rId2"/>
          <a:srcRect r="4"/>
          <a:stretch>
            <a:fillRect/>
          </a:stretch>
        </p:blipFill>
        <p:spPr bwMode="auto">
          <a:xfrm>
            <a:off x="0" y="690563"/>
            <a:ext cx="9144000" cy="616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3941763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ED4FD61-3630-43C0-9064-4212E978589F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876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18FE941-9911-4D6C-9A25-EB86B7640D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31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0562"/>
            <a:ext cx="9151346" cy="61674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999953-0A0C-44B9-BA34-A2EF248FEBFE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35877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35877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8112" y="40122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767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lum bright="-4000"/>
          </a:blip>
          <a:srcRect l="16829" t="5225" b="14674"/>
          <a:stretch>
            <a:fillRect/>
          </a:stretch>
        </p:blipFill>
        <p:spPr bwMode="auto">
          <a:xfrm>
            <a:off x="0" y="687388"/>
            <a:ext cx="9144000" cy="617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2001838" algn="l"/>
              </a:tabLst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F60CB7C-8890-4810-AA16-10DB74DA1A1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9563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7A4149F-C60E-483D-A0A5-637C8226A5A7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4145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iStock_000002285402XSmall_02.jpg"/>
          <p:cNvPicPr>
            <a:picLocks noChangeAspect="1"/>
          </p:cNvPicPr>
          <p:nvPr userDrawn="1"/>
        </p:nvPicPr>
        <p:blipFill>
          <a:blip r:embed="rId2">
            <a:lum bright="-6000"/>
          </a:blip>
          <a:srcRect l="2110" t="3665" r="1407"/>
          <a:stretch>
            <a:fillRect/>
          </a:stretch>
        </p:blipFill>
        <p:spPr bwMode="auto">
          <a:xfrm>
            <a:off x="0" y="687388"/>
            <a:ext cx="9142413" cy="616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5F7460C-71AC-4577-9B17-092B73AB48A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056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8A506E5-E417-4F9D-AC13-A135209871FF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183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Pune-CT1-GNR-HRB-USA New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1454227"/>
            <a:ext cx="8985153" cy="5406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4463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E4DAB37-26B3-4983-9CAA-47C341AFC488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326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694944"/>
            <a:ext cx="9144000" cy="6163056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>
                <a:noFill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4858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4516438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3BA7CC9-8F62-44AD-80A5-92972188987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2918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4844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D88513-9AFA-4BE4-A22E-EE8AFC87EBE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044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694944"/>
            <a:ext cx="9144000" cy="6163056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>
                <a:noFill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9416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DDEE3E6-CD34-4BA7-BE21-B347395A8995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520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770105C-75BA-4D3C-9737-FF2454E923E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28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85800"/>
            <a:ext cx="9144000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43637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520927C-DEB5-4B60-BF1E-1C39DBA168BA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5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07988" y="1154113"/>
            <a:ext cx="8328025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92CC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AFCBF57-7BA2-4196-86E9-66F07961919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304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92CC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3496728-9F0E-48E6-AE29-6FACE6F67DAE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964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2552700" y="2982913"/>
            <a:ext cx="6591300" cy="3875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2"/>
            <a:ext cx="7269734" cy="4724717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E451DCD-20BD-4CAD-A0CF-9092C7A2ADF7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1847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5306251"/>
            <a:ext cx="7269734" cy="1075499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52600" y="1856231"/>
            <a:ext cx="5644896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166A5C-17C6-4A49-AC19-AC1F236CAA51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46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1"/>
            <a:ext cx="4260850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379"/>
            <a:ext cx="4343400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F07A33B-69A4-4F59-B3B9-C3C4A0901BC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302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209550" y="2327275"/>
            <a:ext cx="21558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prstClr val="white"/>
                </a:solidFill>
                <a:latin typeface="Microsoft Sans Serif" pitchFamily="34" charset="0"/>
                <a:ea typeface="Kozuka Gothic Pro L" pitchFamily="34" charset="-128"/>
                <a:cs typeface="Microsoft Sans Serif" pitchFamily="34" charset="0"/>
              </a:rPr>
              <a:t>Place image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2"/>
            <a:ext cx="2136775" cy="1582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280" y="1721803"/>
            <a:ext cx="6389687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8ACD2C7-4421-45EE-8B74-CF7606631C2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4140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5" name="Group 34"/>
          <p:cNvGrpSpPr>
            <a:grpSpLocks/>
          </p:cNvGrpSpPr>
          <p:nvPr userDrawn="1"/>
        </p:nvGrpSpPr>
        <p:grpSpPr bwMode="auto">
          <a:xfrm>
            <a:off x="-9525" y="1458913"/>
            <a:ext cx="2286000" cy="795337"/>
            <a:chOff x="1000125" y="5848350"/>
            <a:chExt cx="2286000" cy="795338"/>
          </a:xfrm>
        </p:grpSpPr>
        <p:sp>
          <p:nvSpPr>
            <p:cNvPr id="6" name="Rectangle 5"/>
            <p:cNvSpPr/>
            <p:nvPr/>
          </p:nvSpPr>
          <p:spPr bwMode="auto">
            <a:xfrm flipH="1">
              <a:off x="1000125" y="5848350"/>
              <a:ext cx="2286000" cy="795338"/>
            </a:xfrm>
            <a:prstGeom prst="rect">
              <a:avLst/>
            </a:prstGeom>
            <a:solidFill>
              <a:srgbClr val="00547E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Text Placeholder 3"/>
            <p:cNvSpPr txBox="1">
              <a:spLocks/>
            </p:cNvSpPr>
            <p:nvPr/>
          </p:nvSpPr>
          <p:spPr>
            <a:xfrm>
              <a:off x="1138238" y="5872162"/>
              <a:ext cx="1919287" cy="712789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OPD Service</a:t>
              </a:r>
            </a:p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000" dirty="0" smtClean="0">
                  <a:solidFill>
                    <a:prstClr val="white">
                      <a:lumMod val="95000"/>
                    </a:prstClr>
                  </a:solidFill>
                </a:rPr>
                <a:t>(Outsourced Product Development Services)</a:t>
              </a:r>
            </a:p>
          </p:txBody>
        </p:sp>
      </p:grpSp>
      <p:grpSp>
        <p:nvGrpSpPr>
          <p:cNvPr id="8" name="Group 40"/>
          <p:cNvGrpSpPr>
            <a:grpSpLocks/>
          </p:cNvGrpSpPr>
          <p:nvPr userDrawn="1"/>
        </p:nvGrpSpPr>
        <p:grpSpPr bwMode="auto">
          <a:xfrm>
            <a:off x="4562475" y="1457325"/>
            <a:ext cx="2295525" cy="795338"/>
            <a:chOff x="4562856" y="1457325"/>
            <a:chExt cx="2295144" cy="795338"/>
          </a:xfrm>
        </p:grpSpPr>
        <p:sp>
          <p:nvSpPr>
            <p:cNvPr id="9" name="Rectangle 8"/>
            <p:cNvSpPr/>
            <p:nvPr/>
          </p:nvSpPr>
          <p:spPr bwMode="auto">
            <a:xfrm flipH="1">
              <a:off x="4572379" y="1457325"/>
              <a:ext cx="2285621" cy="795338"/>
            </a:xfrm>
            <a:prstGeom prst="rect">
              <a:avLst/>
            </a:prstGeom>
            <a:solidFill>
              <a:srgbClr val="B36005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 Placeholder 3"/>
            <p:cNvSpPr txBox="1">
              <a:spLocks/>
            </p:cNvSpPr>
            <p:nvPr/>
          </p:nvSpPr>
          <p:spPr>
            <a:xfrm>
              <a:off x="4562856" y="1490663"/>
              <a:ext cx="1920556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Value Added Services</a:t>
              </a:r>
            </a:p>
          </p:txBody>
        </p:sp>
      </p:grpSp>
      <p:grpSp>
        <p:nvGrpSpPr>
          <p:cNvPr id="11" name="Group 46"/>
          <p:cNvGrpSpPr>
            <a:grpSpLocks/>
          </p:cNvGrpSpPr>
          <p:nvPr userDrawn="1"/>
        </p:nvGrpSpPr>
        <p:grpSpPr bwMode="auto">
          <a:xfrm>
            <a:off x="6858000" y="1457325"/>
            <a:ext cx="2286000" cy="795338"/>
            <a:chOff x="6858000" y="1457325"/>
            <a:chExt cx="2286000" cy="795338"/>
          </a:xfrm>
        </p:grpSpPr>
        <p:sp>
          <p:nvSpPr>
            <p:cNvPr id="12" name="Rectangle 11"/>
            <p:cNvSpPr/>
            <p:nvPr/>
          </p:nvSpPr>
          <p:spPr bwMode="auto">
            <a:xfrm flipH="1">
              <a:off x="6858000" y="1457325"/>
              <a:ext cx="2286000" cy="795338"/>
            </a:xfrm>
            <a:prstGeom prst="rect">
              <a:avLst/>
            </a:prstGeom>
            <a:solidFill>
              <a:srgbClr val="EB7E07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Text Placeholder 3"/>
            <p:cNvSpPr txBox="1">
              <a:spLocks/>
            </p:cNvSpPr>
            <p:nvPr/>
          </p:nvSpPr>
          <p:spPr>
            <a:xfrm>
              <a:off x="6867525" y="1490663"/>
              <a:ext cx="1919288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Idea Incubation Center</a:t>
              </a:r>
            </a:p>
          </p:txBody>
        </p:sp>
      </p:grpSp>
      <p:grpSp>
        <p:nvGrpSpPr>
          <p:cNvPr id="14" name="Group 51"/>
          <p:cNvGrpSpPr>
            <a:grpSpLocks/>
          </p:cNvGrpSpPr>
          <p:nvPr userDrawn="1"/>
        </p:nvGrpSpPr>
        <p:grpSpPr bwMode="auto">
          <a:xfrm>
            <a:off x="2266950" y="1457325"/>
            <a:ext cx="2305050" cy="795338"/>
            <a:chOff x="2267712" y="1457325"/>
            <a:chExt cx="2304288" cy="795338"/>
          </a:xfrm>
        </p:grpSpPr>
        <p:sp>
          <p:nvSpPr>
            <p:cNvPr id="15" name="Rectangle 14"/>
            <p:cNvSpPr/>
            <p:nvPr/>
          </p:nvSpPr>
          <p:spPr bwMode="auto">
            <a:xfrm flipH="1">
              <a:off x="2278821" y="1457325"/>
              <a:ext cx="2293179" cy="795338"/>
            </a:xfrm>
            <a:prstGeom prst="rect">
              <a:avLst/>
            </a:prstGeom>
            <a:solidFill>
              <a:srgbClr val="0075B0">
                <a:alpha val="8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Text Placeholder 3"/>
            <p:cNvSpPr txBox="1">
              <a:spLocks/>
            </p:cNvSpPr>
            <p:nvPr/>
          </p:nvSpPr>
          <p:spPr>
            <a:xfrm>
              <a:off x="2267712" y="1481138"/>
              <a:ext cx="2304288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Enterprise Business Solutions</a:t>
              </a:r>
            </a:p>
          </p:txBody>
        </p:sp>
      </p:grpSp>
      <p:grpSp>
        <p:nvGrpSpPr>
          <p:cNvPr id="17" name="Group 57"/>
          <p:cNvGrpSpPr>
            <a:grpSpLocks/>
          </p:cNvGrpSpPr>
          <p:nvPr userDrawn="1"/>
        </p:nvGrpSpPr>
        <p:grpSpPr bwMode="auto">
          <a:xfrm>
            <a:off x="-9525" y="2252663"/>
            <a:ext cx="2286000" cy="3343275"/>
            <a:chOff x="-9525" y="2252663"/>
            <a:chExt cx="2286000" cy="3343275"/>
          </a:xfrm>
        </p:grpSpPr>
        <p:sp>
          <p:nvSpPr>
            <p:cNvPr id="18" name="Rectangle 17"/>
            <p:cNvSpPr/>
            <p:nvPr/>
          </p:nvSpPr>
          <p:spPr bwMode="auto">
            <a:xfrm flipH="1" flipV="1">
              <a:off x="-9525" y="2252663"/>
              <a:ext cx="2286000" cy="3343275"/>
            </a:xfrm>
            <a:prstGeom prst="rect">
              <a:avLst/>
            </a:prstGeom>
            <a:solidFill>
              <a:srgbClr val="44BDF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Text Placeholder 3"/>
            <p:cNvSpPr txBox="1">
              <a:spLocks/>
            </p:cNvSpPr>
            <p:nvPr/>
          </p:nvSpPr>
          <p:spPr>
            <a:xfrm>
              <a:off x="128588" y="2414588"/>
              <a:ext cx="1919287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Development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</a:t>
              </a:r>
              <a:b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</a:b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Re-Engineering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Maintenance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QA and Testing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0" name="Group 61"/>
          <p:cNvGrpSpPr>
            <a:grpSpLocks/>
          </p:cNvGrpSpPr>
          <p:nvPr userDrawn="1"/>
        </p:nvGrpSpPr>
        <p:grpSpPr bwMode="auto">
          <a:xfrm>
            <a:off x="2266950" y="2252663"/>
            <a:ext cx="2305050" cy="3343275"/>
            <a:chOff x="2267712" y="2252663"/>
            <a:chExt cx="2304288" cy="3343275"/>
          </a:xfrm>
        </p:grpSpPr>
        <p:sp>
          <p:nvSpPr>
            <p:cNvPr id="21" name="Rectangle 20"/>
            <p:cNvSpPr/>
            <p:nvPr/>
          </p:nvSpPr>
          <p:spPr bwMode="auto">
            <a:xfrm flipH="1" flipV="1">
              <a:off x="2278821" y="2252663"/>
              <a:ext cx="2293179" cy="3343275"/>
            </a:xfrm>
            <a:prstGeom prst="rect">
              <a:avLst/>
            </a:prstGeom>
            <a:solidFill>
              <a:srgbClr val="69CAFB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Text Placeholder 3"/>
            <p:cNvSpPr txBox="1">
              <a:spLocks/>
            </p:cNvSpPr>
            <p:nvPr/>
          </p:nvSpPr>
          <p:spPr>
            <a:xfrm>
              <a:off x="2267712" y="2414588"/>
              <a:ext cx="2304288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Application Development  and Maintenance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Enterprise Portals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SOA Services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MIS  and Data Analytics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3" name="Group 64"/>
          <p:cNvGrpSpPr>
            <a:grpSpLocks/>
          </p:cNvGrpSpPr>
          <p:nvPr userDrawn="1"/>
        </p:nvGrpSpPr>
        <p:grpSpPr bwMode="auto">
          <a:xfrm>
            <a:off x="4572000" y="2252663"/>
            <a:ext cx="2400300" cy="3343275"/>
            <a:chOff x="4572000" y="2252663"/>
            <a:chExt cx="2400300" cy="3343275"/>
          </a:xfrm>
        </p:grpSpPr>
        <p:sp>
          <p:nvSpPr>
            <p:cNvPr id="24" name="Rectangle 23"/>
            <p:cNvSpPr/>
            <p:nvPr/>
          </p:nvSpPr>
          <p:spPr bwMode="auto">
            <a:xfrm flipH="1" flipV="1">
              <a:off x="4572000" y="2252663"/>
              <a:ext cx="2286000" cy="3343275"/>
            </a:xfrm>
            <a:prstGeom prst="rect">
              <a:avLst/>
            </a:prstGeom>
            <a:solidFill>
              <a:srgbClr val="FAB160">
                <a:alpha val="4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Text Placeholder 3"/>
            <p:cNvSpPr txBox="1">
              <a:spLocks/>
            </p:cNvSpPr>
            <p:nvPr/>
          </p:nvSpPr>
          <p:spPr>
            <a:xfrm>
              <a:off x="4572000" y="2414588"/>
              <a:ext cx="2400300" cy="300513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Technical Support</a:t>
              </a: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User Interface Design </a:t>
              </a: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Documentation</a:t>
              </a:r>
            </a:p>
            <a:p>
              <a:pPr>
                <a:buFont typeface="Arial" pitchFamily="34" charset="0"/>
                <a:buNone/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6" name="Group 67"/>
          <p:cNvGrpSpPr>
            <a:grpSpLocks/>
          </p:cNvGrpSpPr>
          <p:nvPr userDrawn="1"/>
        </p:nvGrpSpPr>
        <p:grpSpPr bwMode="auto">
          <a:xfrm>
            <a:off x="6858000" y="2252663"/>
            <a:ext cx="2286000" cy="3343275"/>
            <a:chOff x="6857998" y="2252663"/>
            <a:chExt cx="2286002" cy="3343275"/>
          </a:xfrm>
        </p:grpSpPr>
        <p:sp>
          <p:nvSpPr>
            <p:cNvPr id="27" name="Rectangle 26"/>
            <p:cNvSpPr/>
            <p:nvPr/>
          </p:nvSpPr>
          <p:spPr bwMode="auto">
            <a:xfrm flipH="1" flipV="1">
              <a:off x="6857998" y="2252663"/>
              <a:ext cx="2286002" cy="3343275"/>
            </a:xfrm>
            <a:prstGeom prst="rect">
              <a:avLst/>
            </a:prstGeom>
            <a:solidFill>
              <a:srgbClr val="FDD9B1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Text Placeholder 3"/>
            <p:cNvSpPr txBox="1">
              <a:spLocks/>
            </p:cNvSpPr>
            <p:nvPr/>
          </p:nvSpPr>
          <p:spPr>
            <a:xfrm>
              <a:off x="6857998" y="2414588"/>
              <a:ext cx="2057402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From an Idea to Product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Qualified Pool of Product  Architects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Scalable ODC Environment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Optimization of Limited Resources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D10573A-72F2-442A-A6D9-3C5A77896AF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882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flipV="1">
            <a:off x="2286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6858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flipV="1">
            <a:off x="4572000" y="2252663"/>
            <a:ext cx="2286000" cy="3343275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2286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 flipV="1">
            <a:off x="4572000" y="1457325"/>
            <a:ext cx="2286000" cy="795338"/>
          </a:xfrm>
          <a:prstGeom prst="rect">
            <a:avLst/>
          </a:prstGeom>
          <a:solidFill>
            <a:srgbClr val="00547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 flipV="1">
            <a:off x="6858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 flipH="1">
            <a:off x="0" y="1457325"/>
            <a:ext cx="2286000" cy="792163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0" name="Group 47"/>
          <p:cNvGrpSpPr>
            <a:grpSpLocks/>
          </p:cNvGrpSpPr>
          <p:nvPr userDrawn="1"/>
        </p:nvGrpSpPr>
        <p:grpSpPr bwMode="auto">
          <a:xfrm>
            <a:off x="1836738" y="1608138"/>
            <a:ext cx="352425" cy="266700"/>
            <a:chOff x="1773238" y="1957388"/>
            <a:chExt cx="352425" cy="266700"/>
          </a:xfrm>
        </p:grpSpPr>
        <p:sp>
          <p:nvSpPr>
            <p:cNvPr id="21" name="Isosceles Triangle 20"/>
            <p:cNvSpPr/>
            <p:nvPr/>
          </p:nvSpPr>
          <p:spPr>
            <a:xfrm rot="5400000">
              <a:off x="1716088" y="2014538"/>
              <a:ext cx="266700" cy="152400"/>
            </a:xfrm>
            <a:prstGeom prst="triangle">
              <a:avLst/>
            </a:prstGeom>
            <a:solidFill>
              <a:srgbClr val="00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1806575" y="2014538"/>
              <a:ext cx="266700" cy="152400"/>
            </a:xfrm>
            <a:prstGeom prst="triangle">
              <a:avLst/>
            </a:prstGeom>
            <a:solidFill>
              <a:srgbClr val="004B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1916113" y="2014538"/>
              <a:ext cx="266700" cy="152400"/>
            </a:xfrm>
            <a:prstGeom prst="triangle">
              <a:avLst/>
            </a:prstGeom>
            <a:solidFill>
              <a:srgbClr val="00547E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5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93985D7-9B6C-4D50-A037-DFD3278C380B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258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5"/>
            <a:ext cx="3409950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95950" y="1457325"/>
            <a:ext cx="3457575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341471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95950" y="2254250"/>
            <a:ext cx="3457575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16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90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2"/>
            <a:ext cx="6862762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686276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662025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6620256" cy="2714228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712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 userDrawn="1"/>
        </p:nvSpPr>
        <p:spPr>
          <a:xfrm flipV="1">
            <a:off x="6843103" y="1457323"/>
            <a:ext cx="2300897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4568827" y="1457320"/>
            <a:ext cx="2273876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 flipV="1">
            <a:off x="2281238" y="1457325"/>
            <a:ext cx="2287567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229076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4568827" y="2254250"/>
            <a:ext cx="2273876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 userDrawn="1"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 userDrawn="1"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 userDrawn="1">
            <p:ph type="body" sz="half" idx="11"/>
          </p:nvPr>
        </p:nvSpPr>
        <p:spPr>
          <a:xfrm>
            <a:off x="2295145" y="1545146"/>
            <a:ext cx="227685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 userDrawn="1">
            <p:ph type="body" sz="half" idx="13"/>
          </p:nvPr>
        </p:nvSpPr>
        <p:spPr>
          <a:xfrm>
            <a:off x="4561205" y="1545146"/>
            <a:ext cx="213487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 userDrawn="1">
            <p:ph type="body" sz="half" idx="18"/>
          </p:nvPr>
        </p:nvSpPr>
        <p:spPr>
          <a:xfrm>
            <a:off x="2295144" y="2413825"/>
            <a:ext cx="2276856" cy="212959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 userDrawn="1">
            <p:ph type="body" sz="half" idx="19"/>
          </p:nvPr>
        </p:nvSpPr>
        <p:spPr>
          <a:xfrm>
            <a:off x="4551299" y="2413825"/>
            <a:ext cx="2316226" cy="230104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 userDrawn="1"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 userDrawn="1"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6" name="Text Placeholder 3"/>
          <p:cNvSpPr>
            <a:spLocks noGrp="1"/>
          </p:cNvSpPr>
          <p:nvPr userDrawn="1">
            <p:ph type="body" sz="half" idx="23"/>
          </p:nvPr>
        </p:nvSpPr>
        <p:spPr>
          <a:xfrm>
            <a:off x="6850379" y="1545146"/>
            <a:ext cx="213487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7" name="Text Placeholder 3"/>
          <p:cNvSpPr>
            <a:spLocks noGrp="1"/>
          </p:cNvSpPr>
          <p:nvPr userDrawn="1">
            <p:ph type="body" sz="half" idx="24"/>
          </p:nvPr>
        </p:nvSpPr>
        <p:spPr>
          <a:xfrm>
            <a:off x="6840473" y="2413825"/>
            <a:ext cx="2316226" cy="230104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0" name="Rectangle 29"/>
          <p:cNvSpPr/>
          <p:nvPr userDrawn="1"/>
        </p:nvSpPr>
        <p:spPr>
          <a:xfrm flipV="1">
            <a:off x="6847114" y="2254250"/>
            <a:ext cx="2296886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3954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5"/>
            <a:ext cx="3409950" cy="796925"/>
          </a:xfrm>
          <a:prstGeom prst="rect">
            <a:avLst/>
          </a:prstGeom>
          <a:solidFill>
            <a:srgbClr val="0075B0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95950" y="1457325"/>
            <a:ext cx="3457575" cy="796925"/>
          </a:xfrm>
          <a:prstGeom prst="rect">
            <a:avLst/>
          </a:prstGeom>
          <a:solidFill>
            <a:srgbClr val="0075B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3414712" cy="3403600"/>
          </a:xfrm>
          <a:prstGeom prst="rect">
            <a:avLst/>
          </a:prstGeom>
          <a:solidFill>
            <a:srgbClr val="69CA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95950" y="2254250"/>
            <a:ext cx="3457575" cy="3403600"/>
          </a:xfrm>
          <a:prstGeom prst="rect">
            <a:avLst/>
          </a:prstGeom>
          <a:solidFill>
            <a:srgbClr val="69CAFB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0075B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16" name="Group 26"/>
          <p:cNvGrpSpPr>
            <a:grpSpLocks/>
          </p:cNvGrpSpPr>
          <p:nvPr userDrawn="1"/>
        </p:nvGrpSpPr>
        <p:grpSpPr bwMode="auto">
          <a:xfrm>
            <a:off x="1825625" y="1604963"/>
            <a:ext cx="352425" cy="266700"/>
            <a:chOff x="1190625" y="1876425"/>
            <a:chExt cx="352425" cy="266700"/>
          </a:xfrm>
        </p:grpSpPr>
        <p:sp>
          <p:nvSpPr>
            <p:cNvPr id="17" name="Isosceles Triangle 16"/>
            <p:cNvSpPr/>
            <p:nvPr/>
          </p:nvSpPr>
          <p:spPr>
            <a:xfrm rot="5400000">
              <a:off x="1133475" y="1933575"/>
              <a:ext cx="266700" cy="152400"/>
            </a:xfrm>
            <a:prstGeom prst="triangle">
              <a:avLst/>
            </a:prstGeom>
            <a:solidFill>
              <a:srgbClr val="006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1233488" y="1933575"/>
              <a:ext cx="266700" cy="152400"/>
            </a:xfrm>
            <a:prstGeom prst="triangle">
              <a:avLst/>
            </a:prstGeom>
            <a:solidFill>
              <a:srgbClr val="0075B0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/>
          </p:nvSpPr>
          <p:spPr>
            <a:xfrm rot="5400000">
              <a:off x="1333500" y="1933575"/>
              <a:ext cx="266700" cy="152400"/>
            </a:xfrm>
            <a:prstGeom prst="triangle">
              <a:avLst/>
            </a:prstGeom>
            <a:solidFill>
              <a:srgbClr val="0075B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3A04E20-3594-43C5-80A7-0C1B0EF24138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07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5600700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6350" y="1457325"/>
            <a:ext cx="9144000" cy="7969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flipV="1">
            <a:off x="2270125" y="2254250"/>
            <a:ext cx="6873875" cy="3403600"/>
          </a:xfrm>
          <a:prstGeom prst="rect">
            <a:avLst/>
          </a:prstGeom>
          <a:solidFill>
            <a:srgbClr val="CC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0" y="2259106"/>
            <a:ext cx="2282825" cy="33410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642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46E9C9C-412F-4BFD-9C14-EA60036D878B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grpSp>
        <p:nvGrpSpPr>
          <p:cNvPr id="15" name="Group 26"/>
          <p:cNvGrpSpPr>
            <a:grpSpLocks/>
          </p:cNvGrpSpPr>
          <p:nvPr userDrawn="1"/>
        </p:nvGrpSpPr>
        <p:grpSpPr bwMode="auto">
          <a:xfrm>
            <a:off x="228600" y="1857376"/>
            <a:ext cx="352425" cy="266700"/>
            <a:chOff x="1190625" y="1876425"/>
            <a:chExt cx="352425" cy="266700"/>
          </a:xfrm>
        </p:grpSpPr>
        <p:sp>
          <p:nvSpPr>
            <p:cNvPr id="16" name="Isosceles Triangle 15"/>
            <p:cNvSpPr/>
            <p:nvPr/>
          </p:nvSpPr>
          <p:spPr>
            <a:xfrm rot="5400000">
              <a:off x="1133475" y="1933575"/>
              <a:ext cx="266700" cy="152400"/>
            </a:xfrm>
            <a:prstGeom prst="triangle">
              <a:avLst/>
            </a:prstGeom>
            <a:solidFill>
              <a:srgbClr val="006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1233488" y="1933575"/>
              <a:ext cx="266700" cy="152400"/>
            </a:xfrm>
            <a:prstGeom prst="triangle">
              <a:avLst/>
            </a:prstGeom>
            <a:solidFill>
              <a:srgbClr val="0075B0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1333500" y="1933575"/>
              <a:ext cx="266700" cy="152400"/>
            </a:xfrm>
            <a:prstGeom prst="triangle">
              <a:avLst/>
            </a:prstGeom>
            <a:solidFill>
              <a:srgbClr val="0075B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9631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2286000" y="2259013"/>
            <a:ext cx="6858000" cy="3341687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-6350" y="1457325"/>
            <a:ext cx="9144000" cy="7969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0" y="2259106"/>
            <a:ext cx="2282825" cy="33375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642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ED33EE6-7C57-4458-AD0E-18CB9D07BEA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326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FD8EFA2-D5C0-49BB-92A1-10F9860307CA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94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lum bright="2000" contrast="-10000"/>
          </a:blip>
          <a:stretch>
            <a:fillRect/>
          </a:stretch>
        </p:blipFill>
        <p:spPr bwMode="auto">
          <a:xfrm>
            <a:off x="0" y="695325"/>
            <a:ext cx="9142413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32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5B91157-3A67-4D69-92D0-E45F7027771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335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1B71C40-8AE5-44C1-A7F2-C4A4C220297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61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DF6B4-BDEC-47BC-85EB-20476B42CA9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453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D145F-67FE-45B7-9075-9F00B065E48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588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143"/>
            <a:ext cx="9144000" cy="6206774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18FE941-9911-4D6C-9A25-EB86B7640D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485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12A78CE-7E2F-4B5C-940F-71F65420D21C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470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iStock_000005255967_WBack_03.jpg"/>
          <p:cNvPicPr>
            <a:picLocks noChangeAspect="1"/>
          </p:cNvPicPr>
          <p:nvPr userDrawn="1"/>
        </p:nvPicPr>
        <p:blipFill>
          <a:blip r:embed="rId2"/>
          <a:srcRect r="4"/>
          <a:stretch>
            <a:fillRect/>
          </a:stretch>
        </p:blipFill>
        <p:spPr bwMode="auto">
          <a:xfrm>
            <a:off x="0" y="690563"/>
            <a:ext cx="9144000" cy="616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3941763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ED4FD61-3630-43C0-9064-4212E978589F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974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18FE941-9911-4D6C-9A25-EB86B7640D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53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0562"/>
            <a:ext cx="9151346" cy="61674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999953-0A0C-44B9-BA34-A2EF248FEBFE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35877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35877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8112" y="40122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206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lum bright="-4000"/>
          </a:blip>
          <a:srcRect l="16829" t="5225" b="14674"/>
          <a:stretch>
            <a:fillRect/>
          </a:stretch>
        </p:blipFill>
        <p:spPr bwMode="auto">
          <a:xfrm>
            <a:off x="0" y="687388"/>
            <a:ext cx="9144000" cy="617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2001838" algn="l"/>
              </a:tabLst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F60CB7C-8890-4810-AA16-10DB74DA1A1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431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7A4149F-C60E-483D-A0A5-637C8226A5A7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162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iStock_000002285402XSmall_02.jpg"/>
          <p:cNvPicPr>
            <a:picLocks noChangeAspect="1"/>
          </p:cNvPicPr>
          <p:nvPr userDrawn="1"/>
        </p:nvPicPr>
        <p:blipFill>
          <a:blip r:embed="rId2">
            <a:lum bright="-6000"/>
          </a:blip>
          <a:srcRect l="2110" t="3665" r="1407"/>
          <a:stretch>
            <a:fillRect/>
          </a:stretch>
        </p:blipFill>
        <p:spPr bwMode="auto">
          <a:xfrm>
            <a:off x="0" y="687388"/>
            <a:ext cx="9142413" cy="616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5F7460C-71AC-4577-9B17-092B73AB48A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0391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8A506E5-E417-4F9D-AC13-A135209871FF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183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Pune-CT1-GNR-HRB-USA New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1454227"/>
            <a:ext cx="8985153" cy="5406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E4DAB37-26B3-4983-9CAA-47C341AFC488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9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517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694944"/>
            <a:ext cx="9144000" cy="6163056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>
                <a:noFill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4858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4516438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3BA7CC9-8F62-44AD-80A5-92972188987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298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4844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D88513-9AFA-4BE4-A22E-EE8AFC87EBE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306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694944"/>
            <a:ext cx="9144000" cy="6163056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>
                <a:noFill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9416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DDEE3E6-CD34-4BA7-BE21-B347395A8995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685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770105C-75BA-4D3C-9737-FF2454E923E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5359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85800"/>
            <a:ext cx="9144000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43637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520927C-DEB5-4B60-BF1E-1C39DBA168BA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523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07988" y="1154113"/>
            <a:ext cx="8328025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92CC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AFCBF57-7BA2-4196-86E9-66F07961919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591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92CC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3496728-9F0E-48E6-AE29-6FACE6F67DAE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918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2552700" y="2982913"/>
            <a:ext cx="6591300" cy="3875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2"/>
            <a:ext cx="7269734" cy="4724717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E451DCD-20BD-4CAD-A0CF-9092C7A2ADF7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7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5306251"/>
            <a:ext cx="7269734" cy="1075499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52600" y="1856231"/>
            <a:ext cx="5644896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166A5C-17C6-4A49-AC19-AC1F236CAA51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6804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1"/>
            <a:ext cx="4260850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379"/>
            <a:ext cx="4343400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F07A33B-69A4-4F59-B3B9-C3C4A0901BC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912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209550" y="2327275"/>
            <a:ext cx="21558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prstClr val="white"/>
                </a:solidFill>
                <a:latin typeface="Microsoft Sans Serif" pitchFamily="34" charset="0"/>
                <a:ea typeface="Kozuka Gothic Pro L" pitchFamily="34" charset="-128"/>
                <a:cs typeface="Microsoft Sans Serif" pitchFamily="34" charset="0"/>
              </a:rPr>
              <a:t>Place image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2"/>
            <a:ext cx="2136775" cy="1582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280" y="1721803"/>
            <a:ext cx="6389687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8ACD2C7-4421-45EE-8B74-CF7606631C2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7363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5" name="Group 34"/>
          <p:cNvGrpSpPr>
            <a:grpSpLocks/>
          </p:cNvGrpSpPr>
          <p:nvPr userDrawn="1"/>
        </p:nvGrpSpPr>
        <p:grpSpPr bwMode="auto">
          <a:xfrm>
            <a:off x="-9525" y="1458913"/>
            <a:ext cx="2286000" cy="795337"/>
            <a:chOff x="1000125" y="5848350"/>
            <a:chExt cx="2286000" cy="795338"/>
          </a:xfrm>
        </p:grpSpPr>
        <p:sp>
          <p:nvSpPr>
            <p:cNvPr id="6" name="Rectangle 5"/>
            <p:cNvSpPr/>
            <p:nvPr/>
          </p:nvSpPr>
          <p:spPr bwMode="auto">
            <a:xfrm flipH="1">
              <a:off x="1000125" y="5848350"/>
              <a:ext cx="2286000" cy="795338"/>
            </a:xfrm>
            <a:prstGeom prst="rect">
              <a:avLst/>
            </a:prstGeom>
            <a:solidFill>
              <a:srgbClr val="00547E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Text Placeholder 3"/>
            <p:cNvSpPr txBox="1">
              <a:spLocks/>
            </p:cNvSpPr>
            <p:nvPr/>
          </p:nvSpPr>
          <p:spPr>
            <a:xfrm>
              <a:off x="1138238" y="5872162"/>
              <a:ext cx="1919287" cy="712789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OPD Service</a:t>
              </a:r>
            </a:p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000" dirty="0" smtClean="0">
                  <a:solidFill>
                    <a:prstClr val="white">
                      <a:lumMod val="95000"/>
                    </a:prstClr>
                  </a:solidFill>
                </a:rPr>
                <a:t>(Outsourced Product Development Services)</a:t>
              </a:r>
            </a:p>
          </p:txBody>
        </p:sp>
      </p:grpSp>
      <p:grpSp>
        <p:nvGrpSpPr>
          <p:cNvPr id="8" name="Group 40"/>
          <p:cNvGrpSpPr>
            <a:grpSpLocks/>
          </p:cNvGrpSpPr>
          <p:nvPr userDrawn="1"/>
        </p:nvGrpSpPr>
        <p:grpSpPr bwMode="auto">
          <a:xfrm>
            <a:off x="4562475" y="1457325"/>
            <a:ext cx="2295525" cy="795338"/>
            <a:chOff x="4562856" y="1457325"/>
            <a:chExt cx="2295144" cy="795338"/>
          </a:xfrm>
        </p:grpSpPr>
        <p:sp>
          <p:nvSpPr>
            <p:cNvPr id="9" name="Rectangle 8"/>
            <p:cNvSpPr/>
            <p:nvPr/>
          </p:nvSpPr>
          <p:spPr bwMode="auto">
            <a:xfrm flipH="1">
              <a:off x="4572379" y="1457325"/>
              <a:ext cx="2285621" cy="795338"/>
            </a:xfrm>
            <a:prstGeom prst="rect">
              <a:avLst/>
            </a:prstGeom>
            <a:solidFill>
              <a:srgbClr val="B36005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 Placeholder 3"/>
            <p:cNvSpPr txBox="1">
              <a:spLocks/>
            </p:cNvSpPr>
            <p:nvPr/>
          </p:nvSpPr>
          <p:spPr>
            <a:xfrm>
              <a:off x="4562856" y="1490663"/>
              <a:ext cx="1920556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Value Added Services</a:t>
              </a:r>
            </a:p>
          </p:txBody>
        </p:sp>
      </p:grpSp>
      <p:grpSp>
        <p:nvGrpSpPr>
          <p:cNvPr id="11" name="Group 46"/>
          <p:cNvGrpSpPr>
            <a:grpSpLocks/>
          </p:cNvGrpSpPr>
          <p:nvPr userDrawn="1"/>
        </p:nvGrpSpPr>
        <p:grpSpPr bwMode="auto">
          <a:xfrm>
            <a:off x="6858000" y="1457325"/>
            <a:ext cx="2286000" cy="795338"/>
            <a:chOff x="6858000" y="1457325"/>
            <a:chExt cx="2286000" cy="795338"/>
          </a:xfrm>
        </p:grpSpPr>
        <p:sp>
          <p:nvSpPr>
            <p:cNvPr id="12" name="Rectangle 11"/>
            <p:cNvSpPr/>
            <p:nvPr/>
          </p:nvSpPr>
          <p:spPr bwMode="auto">
            <a:xfrm flipH="1">
              <a:off x="6858000" y="1457325"/>
              <a:ext cx="2286000" cy="795338"/>
            </a:xfrm>
            <a:prstGeom prst="rect">
              <a:avLst/>
            </a:prstGeom>
            <a:solidFill>
              <a:srgbClr val="EB7E07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Text Placeholder 3"/>
            <p:cNvSpPr txBox="1">
              <a:spLocks/>
            </p:cNvSpPr>
            <p:nvPr/>
          </p:nvSpPr>
          <p:spPr>
            <a:xfrm>
              <a:off x="6867525" y="1490663"/>
              <a:ext cx="1919288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Idea Incubation Center</a:t>
              </a:r>
            </a:p>
          </p:txBody>
        </p:sp>
      </p:grpSp>
      <p:grpSp>
        <p:nvGrpSpPr>
          <p:cNvPr id="14" name="Group 51"/>
          <p:cNvGrpSpPr>
            <a:grpSpLocks/>
          </p:cNvGrpSpPr>
          <p:nvPr userDrawn="1"/>
        </p:nvGrpSpPr>
        <p:grpSpPr bwMode="auto">
          <a:xfrm>
            <a:off x="2266950" y="1457325"/>
            <a:ext cx="2305050" cy="795338"/>
            <a:chOff x="2267712" y="1457325"/>
            <a:chExt cx="2304288" cy="795338"/>
          </a:xfrm>
        </p:grpSpPr>
        <p:sp>
          <p:nvSpPr>
            <p:cNvPr id="15" name="Rectangle 14"/>
            <p:cNvSpPr/>
            <p:nvPr/>
          </p:nvSpPr>
          <p:spPr bwMode="auto">
            <a:xfrm flipH="1">
              <a:off x="2278821" y="1457325"/>
              <a:ext cx="2293179" cy="795338"/>
            </a:xfrm>
            <a:prstGeom prst="rect">
              <a:avLst/>
            </a:prstGeom>
            <a:solidFill>
              <a:srgbClr val="0075B0">
                <a:alpha val="8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Text Placeholder 3"/>
            <p:cNvSpPr txBox="1">
              <a:spLocks/>
            </p:cNvSpPr>
            <p:nvPr/>
          </p:nvSpPr>
          <p:spPr>
            <a:xfrm>
              <a:off x="2267712" y="1481138"/>
              <a:ext cx="2304288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Enterprise Business Solutions</a:t>
              </a:r>
            </a:p>
          </p:txBody>
        </p:sp>
      </p:grpSp>
      <p:grpSp>
        <p:nvGrpSpPr>
          <p:cNvPr id="17" name="Group 57"/>
          <p:cNvGrpSpPr>
            <a:grpSpLocks/>
          </p:cNvGrpSpPr>
          <p:nvPr userDrawn="1"/>
        </p:nvGrpSpPr>
        <p:grpSpPr bwMode="auto">
          <a:xfrm>
            <a:off x="-9525" y="2252663"/>
            <a:ext cx="2286000" cy="3343275"/>
            <a:chOff x="-9525" y="2252663"/>
            <a:chExt cx="2286000" cy="3343275"/>
          </a:xfrm>
        </p:grpSpPr>
        <p:sp>
          <p:nvSpPr>
            <p:cNvPr id="18" name="Rectangle 17"/>
            <p:cNvSpPr/>
            <p:nvPr/>
          </p:nvSpPr>
          <p:spPr bwMode="auto">
            <a:xfrm flipH="1" flipV="1">
              <a:off x="-9525" y="2252663"/>
              <a:ext cx="2286000" cy="3343275"/>
            </a:xfrm>
            <a:prstGeom prst="rect">
              <a:avLst/>
            </a:prstGeom>
            <a:solidFill>
              <a:srgbClr val="44BDF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Text Placeholder 3"/>
            <p:cNvSpPr txBox="1">
              <a:spLocks/>
            </p:cNvSpPr>
            <p:nvPr/>
          </p:nvSpPr>
          <p:spPr>
            <a:xfrm>
              <a:off x="128588" y="2414588"/>
              <a:ext cx="1919287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Development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</a:t>
              </a:r>
              <a:b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</a:b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Re-Engineering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Maintenance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QA and Testing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0" name="Group 61"/>
          <p:cNvGrpSpPr>
            <a:grpSpLocks/>
          </p:cNvGrpSpPr>
          <p:nvPr userDrawn="1"/>
        </p:nvGrpSpPr>
        <p:grpSpPr bwMode="auto">
          <a:xfrm>
            <a:off x="2266950" y="2252663"/>
            <a:ext cx="2305050" cy="3343275"/>
            <a:chOff x="2267712" y="2252663"/>
            <a:chExt cx="2304288" cy="3343275"/>
          </a:xfrm>
        </p:grpSpPr>
        <p:sp>
          <p:nvSpPr>
            <p:cNvPr id="21" name="Rectangle 20"/>
            <p:cNvSpPr/>
            <p:nvPr/>
          </p:nvSpPr>
          <p:spPr bwMode="auto">
            <a:xfrm flipH="1" flipV="1">
              <a:off x="2278821" y="2252663"/>
              <a:ext cx="2293179" cy="3343275"/>
            </a:xfrm>
            <a:prstGeom prst="rect">
              <a:avLst/>
            </a:prstGeom>
            <a:solidFill>
              <a:srgbClr val="69CAFB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Text Placeholder 3"/>
            <p:cNvSpPr txBox="1">
              <a:spLocks/>
            </p:cNvSpPr>
            <p:nvPr/>
          </p:nvSpPr>
          <p:spPr>
            <a:xfrm>
              <a:off x="2267712" y="2414588"/>
              <a:ext cx="2304288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Application Development  and Maintenance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Enterprise Portals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SOA Services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MIS  and Data Analytics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3" name="Group 64"/>
          <p:cNvGrpSpPr>
            <a:grpSpLocks/>
          </p:cNvGrpSpPr>
          <p:nvPr userDrawn="1"/>
        </p:nvGrpSpPr>
        <p:grpSpPr bwMode="auto">
          <a:xfrm>
            <a:off x="4572000" y="2252663"/>
            <a:ext cx="2400300" cy="3343275"/>
            <a:chOff x="4572000" y="2252663"/>
            <a:chExt cx="2400300" cy="3343275"/>
          </a:xfrm>
        </p:grpSpPr>
        <p:sp>
          <p:nvSpPr>
            <p:cNvPr id="24" name="Rectangle 23"/>
            <p:cNvSpPr/>
            <p:nvPr/>
          </p:nvSpPr>
          <p:spPr bwMode="auto">
            <a:xfrm flipH="1" flipV="1">
              <a:off x="4572000" y="2252663"/>
              <a:ext cx="2286000" cy="3343275"/>
            </a:xfrm>
            <a:prstGeom prst="rect">
              <a:avLst/>
            </a:prstGeom>
            <a:solidFill>
              <a:srgbClr val="FAB160">
                <a:alpha val="4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Text Placeholder 3"/>
            <p:cNvSpPr txBox="1">
              <a:spLocks/>
            </p:cNvSpPr>
            <p:nvPr/>
          </p:nvSpPr>
          <p:spPr>
            <a:xfrm>
              <a:off x="4572000" y="2414588"/>
              <a:ext cx="2400300" cy="300513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Technical Support</a:t>
              </a: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User Interface Design </a:t>
              </a: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Documentation</a:t>
              </a:r>
            </a:p>
            <a:p>
              <a:pPr>
                <a:buFont typeface="Arial" pitchFamily="34" charset="0"/>
                <a:buNone/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6" name="Group 67"/>
          <p:cNvGrpSpPr>
            <a:grpSpLocks/>
          </p:cNvGrpSpPr>
          <p:nvPr userDrawn="1"/>
        </p:nvGrpSpPr>
        <p:grpSpPr bwMode="auto">
          <a:xfrm>
            <a:off x="6858000" y="2252663"/>
            <a:ext cx="2286000" cy="3343275"/>
            <a:chOff x="6857998" y="2252663"/>
            <a:chExt cx="2286002" cy="3343275"/>
          </a:xfrm>
        </p:grpSpPr>
        <p:sp>
          <p:nvSpPr>
            <p:cNvPr id="27" name="Rectangle 26"/>
            <p:cNvSpPr/>
            <p:nvPr/>
          </p:nvSpPr>
          <p:spPr bwMode="auto">
            <a:xfrm flipH="1" flipV="1">
              <a:off x="6857998" y="2252663"/>
              <a:ext cx="2286002" cy="3343275"/>
            </a:xfrm>
            <a:prstGeom prst="rect">
              <a:avLst/>
            </a:prstGeom>
            <a:solidFill>
              <a:srgbClr val="FDD9B1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Text Placeholder 3"/>
            <p:cNvSpPr txBox="1">
              <a:spLocks/>
            </p:cNvSpPr>
            <p:nvPr/>
          </p:nvSpPr>
          <p:spPr>
            <a:xfrm>
              <a:off x="6857998" y="2414588"/>
              <a:ext cx="2057402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From an Idea to Product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Qualified Pool of Product  Architects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Scalable ODC Environment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Optimization of Limited Resources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D10573A-72F2-442A-A6D9-3C5A77896AF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224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flipV="1">
            <a:off x="2286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6858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flipV="1">
            <a:off x="4572000" y="2252663"/>
            <a:ext cx="2286000" cy="3343275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2286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 flipV="1">
            <a:off x="4572000" y="1457325"/>
            <a:ext cx="2286000" cy="795338"/>
          </a:xfrm>
          <a:prstGeom prst="rect">
            <a:avLst/>
          </a:prstGeom>
          <a:solidFill>
            <a:srgbClr val="00547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 flipV="1">
            <a:off x="6858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 flipH="1">
            <a:off x="0" y="1457325"/>
            <a:ext cx="2286000" cy="792163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0" name="Group 47"/>
          <p:cNvGrpSpPr>
            <a:grpSpLocks/>
          </p:cNvGrpSpPr>
          <p:nvPr userDrawn="1"/>
        </p:nvGrpSpPr>
        <p:grpSpPr bwMode="auto">
          <a:xfrm>
            <a:off x="1836738" y="1608138"/>
            <a:ext cx="352425" cy="266700"/>
            <a:chOff x="1773238" y="1957388"/>
            <a:chExt cx="352425" cy="266700"/>
          </a:xfrm>
        </p:grpSpPr>
        <p:sp>
          <p:nvSpPr>
            <p:cNvPr id="21" name="Isosceles Triangle 20"/>
            <p:cNvSpPr/>
            <p:nvPr/>
          </p:nvSpPr>
          <p:spPr>
            <a:xfrm rot="5400000">
              <a:off x="1716088" y="2014538"/>
              <a:ext cx="266700" cy="152400"/>
            </a:xfrm>
            <a:prstGeom prst="triangle">
              <a:avLst/>
            </a:prstGeom>
            <a:solidFill>
              <a:srgbClr val="00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1806575" y="2014538"/>
              <a:ext cx="266700" cy="152400"/>
            </a:xfrm>
            <a:prstGeom prst="triangle">
              <a:avLst/>
            </a:prstGeom>
            <a:solidFill>
              <a:srgbClr val="004B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1916113" y="2014538"/>
              <a:ext cx="266700" cy="152400"/>
            </a:xfrm>
            <a:prstGeom prst="triangle">
              <a:avLst/>
            </a:prstGeom>
            <a:solidFill>
              <a:srgbClr val="00547E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5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93985D7-9B6C-4D50-A037-DFD3278C380B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048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5"/>
            <a:ext cx="3409950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95950" y="1457325"/>
            <a:ext cx="3457575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341471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95950" y="2254250"/>
            <a:ext cx="3457575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16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6122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2"/>
            <a:ext cx="6862762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686276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662025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6620256" cy="2714228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977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 userDrawn="1"/>
        </p:nvSpPr>
        <p:spPr>
          <a:xfrm flipV="1">
            <a:off x="6843103" y="1457323"/>
            <a:ext cx="2300897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4568827" y="1457320"/>
            <a:ext cx="2273876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 flipV="1">
            <a:off x="2281238" y="1457325"/>
            <a:ext cx="2287567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229076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4568827" y="2254250"/>
            <a:ext cx="2273876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 userDrawn="1"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 userDrawn="1"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 userDrawn="1">
            <p:ph type="body" sz="half" idx="11"/>
          </p:nvPr>
        </p:nvSpPr>
        <p:spPr>
          <a:xfrm>
            <a:off x="2295145" y="1545146"/>
            <a:ext cx="227685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 userDrawn="1">
            <p:ph type="body" sz="half" idx="13"/>
          </p:nvPr>
        </p:nvSpPr>
        <p:spPr>
          <a:xfrm>
            <a:off x="4561205" y="1545146"/>
            <a:ext cx="213487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 userDrawn="1">
            <p:ph type="body" sz="half" idx="18"/>
          </p:nvPr>
        </p:nvSpPr>
        <p:spPr>
          <a:xfrm>
            <a:off x="2295144" y="2413825"/>
            <a:ext cx="2276856" cy="212959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 userDrawn="1">
            <p:ph type="body" sz="half" idx="19"/>
          </p:nvPr>
        </p:nvSpPr>
        <p:spPr>
          <a:xfrm>
            <a:off x="4551299" y="2413825"/>
            <a:ext cx="2316226" cy="230104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 userDrawn="1"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 userDrawn="1"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6" name="Text Placeholder 3"/>
          <p:cNvSpPr>
            <a:spLocks noGrp="1"/>
          </p:cNvSpPr>
          <p:nvPr userDrawn="1">
            <p:ph type="body" sz="half" idx="23"/>
          </p:nvPr>
        </p:nvSpPr>
        <p:spPr>
          <a:xfrm>
            <a:off x="6850379" y="1545146"/>
            <a:ext cx="213487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7" name="Text Placeholder 3"/>
          <p:cNvSpPr>
            <a:spLocks noGrp="1"/>
          </p:cNvSpPr>
          <p:nvPr userDrawn="1">
            <p:ph type="body" sz="half" idx="24"/>
          </p:nvPr>
        </p:nvSpPr>
        <p:spPr>
          <a:xfrm>
            <a:off x="6840473" y="2413825"/>
            <a:ext cx="2316226" cy="230104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0" name="Rectangle 29"/>
          <p:cNvSpPr/>
          <p:nvPr userDrawn="1"/>
        </p:nvSpPr>
        <p:spPr>
          <a:xfrm flipV="1">
            <a:off x="6847114" y="2254250"/>
            <a:ext cx="2296886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467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5"/>
            <a:ext cx="3409950" cy="796925"/>
          </a:xfrm>
          <a:prstGeom prst="rect">
            <a:avLst/>
          </a:prstGeom>
          <a:solidFill>
            <a:srgbClr val="0075B0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95950" y="1457325"/>
            <a:ext cx="3457575" cy="796925"/>
          </a:xfrm>
          <a:prstGeom prst="rect">
            <a:avLst/>
          </a:prstGeom>
          <a:solidFill>
            <a:srgbClr val="0075B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3414712" cy="3403600"/>
          </a:xfrm>
          <a:prstGeom prst="rect">
            <a:avLst/>
          </a:prstGeom>
          <a:solidFill>
            <a:srgbClr val="69CA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95950" y="2254250"/>
            <a:ext cx="3457575" cy="3403600"/>
          </a:xfrm>
          <a:prstGeom prst="rect">
            <a:avLst/>
          </a:prstGeom>
          <a:solidFill>
            <a:srgbClr val="69CAFB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0075B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16" name="Group 26"/>
          <p:cNvGrpSpPr>
            <a:grpSpLocks/>
          </p:cNvGrpSpPr>
          <p:nvPr userDrawn="1"/>
        </p:nvGrpSpPr>
        <p:grpSpPr bwMode="auto">
          <a:xfrm>
            <a:off x="1825625" y="1604963"/>
            <a:ext cx="352425" cy="266700"/>
            <a:chOff x="1190625" y="1876425"/>
            <a:chExt cx="352425" cy="266700"/>
          </a:xfrm>
        </p:grpSpPr>
        <p:sp>
          <p:nvSpPr>
            <p:cNvPr id="17" name="Isosceles Triangle 16"/>
            <p:cNvSpPr/>
            <p:nvPr/>
          </p:nvSpPr>
          <p:spPr>
            <a:xfrm rot="5400000">
              <a:off x="1133475" y="1933575"/>
              <a:ext cx="266700" cy="152400"/>
            </a:xfrm>
            <a:prstGeom prst="triangle">
              <a:avLst/>
            </a:prstGeom>
            <a:solidFill>
              <a:srgbClr val="006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1233488" y="1933575"/>
              <a:ext cx="266700" cy="152400"/>
            </a:xfrm>
            <a:prstGeom prst="triangle">
              <a:avLst/>
            </a:prstGeom>
            <a:solidFill>
              <a:srgbClr val="0075B0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/>
          </p:nvSpPr>
          <p:spPr>
            <a:xfrm rot="5400000">
              <a:off x="1333500" y="1933575"/>
              <a:ext cx="266700" cy="152400"/>
            </a:xfrm>
            <a:prstGeom prst="triangle">
              <a:avLst/>
            </a:prstGeom>
            <a:solidFill>
              <a:srgbClr val="0075B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3A04E20-3594-43C5-80A7-0C1B0EF24138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6787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5600700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6350" y="1457325"/>
            <a:ext cx="9144000" cy="7969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flipV="1">
            <a:off x="2270125" y="2254250"/>
            <a:ext cx="6873875" cy="3403600"/>
          </a:xfrm>
          <a:prstGeom prst="rect">
            <a:avLst/>
          </a:prstGeom>
          <a:solidFill>
            <a:srgbClr val="CC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0" y="2259106"/>
            <a:ext cx="2282825" cy="33410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642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46E9C9C-412F-4BFD-9C14-EA60036D878B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grpSp>
        <p:nvGrpSpPr>
          <p:cNvPr id="15" name="Group 26"/>
          <p:cNvGrpSpPr>
            <a:grpSpLocks/>
          </p:cNvGrpSpPr>
          <p:nvPr userDrawn="1"/>
        </p:nvGrpSpPr>
        <p:grpSpPr bwMode="auto">
          <a:xfrm>
            <a:off x="228600" y="1857376"/>
            <a:ext cx="352425" cy="266700"/>
            <a:chOff x="1190625" y="1876425"/>
            <a:chExt cx="352425" cy="266700"/>
          </a:xfrm>
        </p:grpSpPr>
        <p:sp>
          <p:nvSpPr>
            <p:cNvPr id="16" name="Isosceles Triangle 15"/>
            <p:cNvSpPr/>
            <p:nvPr/>
          </p:nvSpPr>
          <p:spPr>
            <a:xfrm rot="5400000">
              <a:off x="1133475" y="1933575"/>
              <a:ext cx="266700" cy="152400"/>
            </a:xfrm>
            <a:prstGeom prst="triangle">
              <a:avLst/>
            </a:prstGeom>
            <a:solidFill>
              <a:srgbClr val="006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1233488" y="1933575"/>
              <a:ext cx="266700" cy="152400"/>
            </a:xfrm>
            <a:prstGeom prst="triangle">
              <a:avLst/>
            </a:prstGeom>
            <a:solidFill>
              <a:srgbClr val="0075B0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1333500" y="1933575"/>
              <a:ext cx="266700" cy="152400"/>
            </a:xfrm>
            <a:prstGeom prst="triangle">
              <a:avLst/>
            </a:prstGeom>
            <a:solidFill>
              <a:srgbClr val="0075B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86863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2286000" y="2259013"/>
            <a:ext cx="6858000" cy="3341687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-6350" y="1457325"/>
            <a:ext cx="9144000" cy="7969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0" y="2259106"/>
            <a:ext cx="2282825" cy="33375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642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ED33EE6-7C57-4458-AD0E-18CB9D07BEA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62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FD8EFA2-D5C0-49BB-92A1-10F9860307CA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68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lum bright="2000" contrast="-10000"/>
          </a:blip>
          <a:stretch>
            <a:fillRect/>
          </a:stretch>
        </p:blipFill>
        <p:spPr bwMode="auto">
          <a:xfrm>
            <a:off x="0" y="695325"/>
            <a:ext cx="9142413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7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5B91157-3A67-4D69-92D0-E45F7027771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016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1B71C40-8AE5-44C1-A7F2-C4A4C220297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392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DF6B4-BDEC-47BC-85EB-20476B42CA9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493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D145F-67FE-45B7-9075-9F00B065E48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9833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7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image" Target="../media/image1.wmf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9.xml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34" Type="http://schemas.openxmlformats.org/officeDocument/2006/relationships/slideLayout" Target="../slideLayouts/slideLayout87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82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85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81.xml"/><Relationship Id="rId36" Type="http://schemas.openxmlformats.org/officeDocument/2006/relationships/image" Target="../media/image1.wmf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84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83.xml"/><Relationship Id="rId35" Type="http://schemas.openxmlformats.org/officeDocument/2006/relationships/theme" Target="../theme/theme3.xml"/><Relationship Id="rId8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2016.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588" y="6392863"/>
            <a:ext cx="4937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52AEF1-4D88-4F1B-8FD8-9E21E3DC6E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150" y="161925"/>
            <a:ext cx="1706564" cy="37784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141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588" y="6392863"/>
            <a:ext cx="4937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3999953-0A0C-44B9-BA34-A2EF248FEBFE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150" y="161925"/>
            <a:ext cx="1706564" cy="37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47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6" r:id="rId1"/>
    <p:sldLayoutId id="2147484277" r:id="rId2"/>
    <p:sldLayoutId id="2147484278" r:id="rId3"/>
    <p:sldLayoutId id="2147484279" r:id="rId4"/>
    <p:sldLayoutId id="2147484280" r:id="rId5"/>
    <p:sldLayoutId id="2147484281" r:id="rId6"/>
    <p:sldLayoutId id="2147484282" r:id="rId7"/>
    <p:sldLayoutId id="2147484283" r:id="rId8"/>
    <p:sldLayoutId id="2147484284" r:id="rId9"/>
    <p:sldLayoutId id="2147484285" r:id="rId10"/>
    <p:sldLayoutId id="2147484286" r:id="rId11"/>
    <p:sldLayoutId id="2147484287" r:id="rId12"/>
    <p:sldLayoutId id="2147484288" r:id="rId13"/>
    <p:sldLayoutId id="2147484289" r:id="rId14"/>
    <p:sldLayoutId id="2147484290" r:id="rId15"/>
    <p:sldLayoutId id="2147484291" r:id="rId16"/>
    <p:sldLayoutId id="2147484292" r:id="rId17"/>
    <p:sldLayoutId id="2147484293" r:id="rId18"/>
    <p:sldLayoutId id="2147484294" r:id="rId19"/>
    <p:sldLayoutId id="2147484295" r:id="rId20"/>
    <p:sldLayoutId id="2147484296" r:id="rId21"/>
    <p:sldLayoutId id="2147484297" r:id="rId22"/>
    <p:sldLayoutId id="2147484298" r:id="rId23"/>
    <p:sldLayoutId id="2147484299" r:id="rId24"/>
    <p:sldLayoutId id="2147484300" r:id="rId25"/>
    <p:sldLayoutId id="2147484301" r:id="rId26"/>
    <p:sldLayoutId id="2147484302" r:id="rId27"/>
    <p:sldLayoutId id="2147484303" r:id="rId28"/>
    <p:sldLayoutId id="2147484304" r:id="rId29"/>
    <p:sldLayoutId id="2147484305" r:id="rId30"/>
    <p:sldLayoutId id="2147484306" r:id="rId31"/>
    <p:sldLayoutId id="2147484307" r:id="rId32"/>
    <p:sldLayoutId id="2147484308" r:id="rId33"/>
    <p:sldLayoutId id="2147484309" r:id="rId34"/>
    <p:sldLayoutId id="2147484310" r:id="rId3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141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 smtClean="0">
                <a:latin typeface="Kozuka Gothic Pro M" pitchFamily="34" charset="-128"/>
              </a:rPr>
              <a:t>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2016.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  <a:endParaRPr lang="en-US" sz="650" dirty="0">
              <a:solidFill>
                <a:schemeClr val="tx1">
                  <a:lumMod val="85000"/>
                  <a:lumOff val="15000"/>
                </a:schemeClr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588" y="6392863"/>
            <a:ext cx="4937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3999953-0A0C-44B9-BA34-A2EF248FEBFE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150" y="161925"/>
            <a:ext cx="1706564" cy="37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5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5" r:id="rId4"/>
    <p:sldLayoutId id="2147484316" r:id="rId5"/>
    <p:sldLayoutId id="2147484317" r:id="rId6"/>
    <p:sldLayoutId id="2147484318" r:id="rId7"/>
    <p:sldLayoutId id="2147484319" r:id="rId8"/>
    <p:sldLayoutId id="2147484320" r:id="rId9"/>
    <p:sldLayoutId id="2147484321" r:id="rId10"/>
    <p:sldLayoutId id="2147484322" r:id="rId11"/>
    <p:sldLayoutId id="2147484323" r:id="rId12"/>
    <p:sldLayoutId id="2147484324" r:id="rId13"/>
    <p:sldLayoutId id="2147484325" r:id="rId14"/>
    <p:sldLayoutId id="2147484326" r:id="rId15"/>
    <p:sldLayoutId id="2147484327" r:id="rId16"/>
    <p:sldLayoutId id="2147484328" r:id="rId17"/>
    <p:sldLayoutId id="2147484329" r:id="rId18"/>
    <p:sldLayoutId id="2147484330" r:id="rId19"/>
    <p:sldLayoutId id="2147484331" r:id="rId20"/>
    <p:sldLayoutId id="2147484332" r:id="rId21"/>
    <p:sldLayoutId id="2147484333" r:id="rId22"/>
    <p:sldLayoutId id="2147484334" r:id="rId23"/>
    <p:sldLayoutId id="2147484335" r:id="rId24"/>
    <p:sldLayoutId id="2147484336" r:id="rId25"/>
    <p:sldLayoutId id="2147484337" r:id="rId26"/>
    <p:sldLayoutId id="2147484338" r:id="rId27"/>
    <p:sldLayoutId id="2147484339" r:id="rId28"/>
    <p:sldLayoutId id="2147484340" r:id="rId29"/>
    <p:sldLayoutId id="2147484341" r:id="rId30"/>
    <p:sldLayoutId id="2147484342" r:id="rId31"/>
    <p:sldLayoutId id="2147484343" r:id="rId32"/>
    <p:sldLayoutId id="2147484344" r:id="rId33"/>
    <p:sldLayoutId id="2147484345" r:id="rId3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Guidelines for Ppt Template Usage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646238" y="1758951"/>
            <a:ext cx="7269162" cy="272359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 smtClean="0"/>
              <a:t>The instructions below are with reference to Office 2010:</a:t>
            </a:r>
          </a:p>
          <a:p>
            <a:pPr marL="401638" indent="-173038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 smtClean="0"/>
              <a:t>to view available slide templates, Home&gt;New Slide&gt;Select the slide from Slide Master templates available </a:t>
            </a:r>
          </a:p>
          <a:p>
            <a:pPr marL="401638" indent="-173038">
              <a:buFont typeface="Arial" pitchFamily="34" charset="0"/>
              <a:buChar char="•"/>
              <a:defRPr/>
            </a:pPr>
            <a:r>
              <a:rPr lang="en-US" sz="1600" dirty="0"/>
              <a:t>to insert image, Insert-&gt; Picture-&gt; From File.</a:t>
            </a:r>
          </a:p>
          <a:p>
            <a:pPr marL="401638" indent="-173038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 smtClean="0"/>
              <a:t>to change the opacity of the image, use a white color box with Transparency Option</a:t>
            </a:r>
            <a:r>
              <a:rPr lang="en-US" sz="1600" dirty="0"/>
              <a:t> </a:t>
            </a:r>
            <a:r>
              <a:rPr lang="en-US" sz="1600" dirty="0" smtClean="0"/>
              <a:t>of 40% and place it above the main image. This treatment of image can be used for Content pages with copy/text.</a:t>
            </a:r>
          </a:p>
          <a:p>
            <a:pPr marL="342900" indent="-114300" eaLnBrk="1" fontAlgn="auto" hangingPunct="1">
              <a:spcAft>
                <a:spcPts val="0"/>
              </a:spcAft>
              <a:buFontTx/>
              <a:buChar char="-"/>
              <a:defRPr/>
            </a:pPr>
            <a:endParaRPr lang="en-US" sz="16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750" dirty="0" smtClean="0"/>
              <a:t>Kindly </a:t>
            </a:r>
            <a:r>
              <a:rPr lang="en-US" sz="1750" b="1" dirty="0" smtClean="0">
                <a:solidFill>
                  <a:srgbClr val="E46C0A"/>
                </a:solidFill>
              </a:rPr>
              <a:t>delete</a:t>
            </a:r>
            <a:r>
              <a:rPr lang="en-US" sz="1750" dirty="0" smtClean="0"/>
              <a:t> this slide after making use of the </a:t>
            </a:r>
            <a:r>
              <a:rPr lang="en-US" sz="1750" dirty="0" err="1" smtClean="0"/>
              <a:t>Ppt</a:t>
            </a:r>
            <a:r>
              <a:rPr lang="en-US" sz="1750" dirty="0" smtClean="0"/>
              <a:t> template provided.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79EEA5-067E-4ECA-8FD6-D9AFEA34FF72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Welcome to Cybage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465" y="6300341"/>
            <a:ext cx="550881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This document and all its contents contain information from Cybage Software Private Limited which may be privileged, confidential, </a:t>
            </a:r>
            <a:b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or otherwise protected from disclosure. The information is intended to be for the addressee(s) only. Any unauthorized disclosure, </a:t>
            </a:r>
            <a:b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copy, distribution, or use of the contents of this message is strictly prohibited. </a:t>
            </a:r>
          </a:p>
          <a:p>
            <a:endParaRPr lang="en-US" sz="800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8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1657350" y="11160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This is dummy title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3207C5-AA6E-466E-BF49-2299F8BB4BA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 bwMode="auto">
          <a:xfrm>
            <a:off x="1657350" y="11160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smtClean="0"/>
              <a:t>This is dummy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4A6A38-3D05-4A2E-95B0-986662B73D7E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 bwMode="auto">
          <a:xfrm>
            <a:off x="1657350" y="30972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smtClean="0"/>
              <a:t>This is dummy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869126-BD22-45AB-913C-F7F71036995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EAE39FDE-B22A-46FC-A160-90B07DD945B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02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/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fld id="{E2CAF88E-6F27-44C8-9EA2-48A00F8046E9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67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 bwMode="auto">
          <a:xfrm>
            <a:off x="1657350" y="30972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smtClean="0"/>
              <a:t>This is dummy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A6099E-9968-416E-825D-DE94C01E05B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 bwMode="auto">
          <a:xfrm>
            <a:off x="1657350" y="5087938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smtClean="0"/>
              <a:t>This is dummy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23B793-3564-4105-86FE-9A2220C3631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 bwMode="auto">
          <a:xfrm>
            <a:off x="1657350" y="5087938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smtClean="0"/>
              <a:t>This is dummy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8A412F-DB32-47FC-B229-6843054D82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 bwMode="auto">
          <a:xfrm>
            <a:off x="1657350" y="11160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smtClean="0"/>
              <a:t>This is dummy topic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646238" y="2524125"/>
            <a:ext cx="7269162" cy="3611563"/>
          </a:xfrm>
        </p:spPr>
        <p:txBody>
          <a:bodyPr/>
          <a:lstStyle/>
          <a:p>
            <a:pPr marL="173038" indent="-173038" ea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174625" ea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800" dirty="0" smtClean="0"/>
              <a:t>.</a:t>
            </a:r>
          </a:p>
          <a:p>
            <a:pPr marL="0" indent="173038" eaLnBrk="1" hangingPunct="1">
              <a:lnSpc>
                <a:spcPct val="130000"/>
              </a:lnSpc>
              <a:spcBef>
                <a:spcPts val="1000"/>
              </a:spcBef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174625" ea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600" dirty="0" smtClean="0"/>
              <a:t>.</a:t>
            </a:r>
            <a:endParaRPr lang="en-US" sz="1600" dirty="0" err="1" smtClean="0"/>
          </a:p>
          <a:p>
            <a:pPr marL="0" indent="0" eaLnBrk="1" hangingPunct="1">
              <a:defRPr/>
            </a:pPr>
            <a:endParaRPr lang="en-US" dirty="0" smtClean="0"/>
          </a:p>
          <a:p>
            <a:pPr marL="0" indent="0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54DEB6-C386-4665-978A-1B7977D5FFC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 bwMode="auto">
          <a:xfrm>
            <a:off x="1657350" y="5087938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smtClean="0"/>
              <a:t>This is dummy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72CC49-BFAB-46DD-80E1-3B3D7570DA8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2"/>
          </p:nvPr>
        </p:nvSpPr>
        <p:spPr>
          <a:xfrm>
            <a:off x="1646238" y="1709738"/>
            <a:ext cx="7269162" cy="3611562"/>
          </a:xfrm>
        </p:spPr>
        <p:txBody>
          <a:bodyPr/>
          <a:lstStyle/>
          <a:p>
            <a:pPr marL="173038" indent="-173038" ea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174625" ea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800" dirty="0" smtClean="0"/>
              <a:t>.</a:t>
            </a:r>
          </a:p>
          <a:p>
            <a:pPr marL="0" indent="173038" eaLnBrk="1" hangingPunct="1">
              <a:lnSpc>
                <a:spcPct val="130000"/>
              </a:lnSpc>
              <a:spcBef>
                <a:spcPts val="1000"/>
              </a:spcBef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174625" ea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600" dirty="0" smtClean="0"/>
              <a:t>.</a:t>
            </a:r>
            <a:endParaRPr lang="en-US" sz="1600" dirty="0" err="1" smtClean="0"/>
          </a:p>
          <a:p>
            <a:pPr marL="0" indent="0" eaLnBrk="1" hangingPunct="1">
              <a:defRPr/>
            </a:pPr>
            <a:endParaRPr lang="en-US" dirty="0" smtClean="0"/>
          </a:p>
          <a:p>
            <a:pPr marL="0" indent="0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This is dummy headline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6BB540-1CC6-4D73-85ED-48289078F4F9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half" idx="2"/>
          </p:nvPr>
        </p:nvSpPr>
        <p:spPr>
          <a:xfrm>
            <a:off x="1652588" y="1703388"/>
            <a:ext cx="7269162" cy="3611562"/>
          </a:xfrm>
        </p:spPr>
        <p:txBody>
          <a:bodyPr/>
          <a:lstStyle/>
          <a:p>
            <a:pPr marL="173038" indent="-173038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endParaRPr lang="en-US" sz="1800" dirty="0" smtClean="0"/>
          </a:p>
          <a:p>
            <a:pPr marL="0" indent="0" eaLnBrk="1" hangingPunct="1">
              <a:buFont typeface="Arial" pitchFamily="34" charset="0"/>
              <a:buChar char="•"/>
              <a:defRPr/>
            </a:pPr>
            <a:endParaRPr lang="en-US" dirty="0" smtClean="0"/>
          </a:p>
          <a:p>
            <a:pPr marL="0" indent="0" eaLnBrk="1" hangingPunct="1">
              <a:buFont typeface="Arial" pitchFamily="34" charset="0"/>
              <a:buChar char="•"/>
              <a:defRPr/>
            </a:pPr>
            <a:endParaRPr lang="en-US" dirty="0" smtClean="0"/>
          </a:p>
          <a:p>
            <a:pPr eaLnBrk="1" hangingPunct="1">
              <a:buFont typeface="Arial" pitchFamily="34" charset="0"/>
              <a:buChar char="•"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This is Agenda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646238" y="1722438"/>
            <a:ext cx="7269162" cy="4724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Topic 1</a:t>
            </a:r>
          </a:p>
          <a:p>
            <a:pPr marL="630238" indent="-173038" eaLnBrk="1" hangingPunct="1">
              <a:defRPr/>
            </a:pPr>
            <a:r>
              <a:rPr lang="en-US" sz="145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Subtopic 1</a:t>
            </a:r>
          </a:p>
          <a:p>
            <a:pPr marL="630238" indent="-173038" eaLnBrk="1" hangingPunct="1">
              <a:defRPr/>
            </a:pPr>
            <a:r>
              <a:rPr lang="en-US" sz="145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Subtopic 2</a:t>
            </a:r>
          </a:p>
          <a:p>
            <a:pPr marL="630238" indent="-173038" eaLnBrk="1" hangingPunct="1">
              <a:defRPr/>
            </a:pPr>
            <a:r>
              <a:rPr lang="en-US" sz="145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Subtopic 3</a:t>
            </a:r>
          </a:p>
          <a:p>
            <a:pPr eaLnBrk="1" hangingPunct="1">
              <a:defRPr/>
            </a:pPr>
            <a:endParaRPr lang="en-US" sz="1450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Topic 2</a:t>
            </a:r>
          </a:p>
          <a:p>
            <a:pPr marL="630238" indent="-173038" eaLnBrk="1" hangingPunct="1">
              <a:defRPr/>
            </a:pPr>
            <a:r>
              <a:rPr lang="en-US" sz="145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Subtopic 1</a:t>
            </a:r>
          </a:p>
          <a:p>
            <a:pPr marL="630238" indent="-173038" eaLnBrk="1" hangingPunct="1">
              <a:defRPr/>
            </a:pPr>
            <a:r>
              <a:rPr lang="en-US" sz="145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Subtopic 2</a:t>
            </a:r>
          </a:p>
          <a:p>
            <a:pPr marL="630238" indent="-173038" eaLnBrk="1" hangingPunct="1">
              <a:defRPr/>
            </a:pPr>
            <a:r>
              <a:rPr lang="en-US" sz="145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Subtopic 3</a:t>
            </a:r>
          </a:p>
          <a:p>
            <a:pPr marL="576263" indent="-174625" eaLnBrk="1" hangingPunct="1">
              <a:defRPr/>
            </a:pPr>
            <a:endParaRPr lang="en-US" sz="1450" dirty="0" smtClean="0">
              <a:solidFill>
                <a:prstClr val="black">
                  <a:lumMod val="50000"/>
                  <a:lumOff val="50000"/>
                </a:prstClr>
              </a:solidFill>
            </a:endParaRPr>
          </a:p>
          <a:p>
            <a:pPr eaLnBrk="1" hangingPunct="1">
              <a:defRPr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Topic 3</a:t>
            </a:r>
          </a:p>
          <a:p>
            <a:pPr marL="630238" indent="-173038" eaLnBrk="1" hangingPunct="1">
              <a:defRPr/>
            </a:pPr>
            <a:r>
              <a:rPr lang="en-US" sz="145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Subtopic 1</a:t>
            </a:r>
          </a:p>
          <a:p>
            <a:pPr marL="630238" indent="-173038" eaLnBrk="1" hangingPunct="1">
              <a:defRPr/>
            </a:pPr>
            <a:r>
              <a:rPr lang="en-US" sz="145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Subtopic 2</a:t>
            </a:r>
          </a:p>
          <a:p>
            <a:pPr marL="630238" indent="-173038" eaLnBrk="1" hangingPunct="1">
              <a:defRPr/>
            </a:pPr>
            <a:r>
              <a:rPr lang="en-US" sz="145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Subtopic 3</a:t>
            </a:r>
          </a:p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A09E19-E164-44B7-9AC0-961384ED02A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1752600" y="1855788"/>
            <a:ext cx="5645150" cy="3154362"/>
          </a:xfrm>
        </p:spPr>
      </p:sp>
      <p:sp>
        <p:nvSpPr>
          <p:cNvPr id="31747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This is dummy topic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238" y="5307013"/>
            <a:ext cx="7269162" cy="1422400"/>
          </a:xfrm>
        </p:spPr>
        <p:txBody>
          <a:bodyPr/>
          <a:lstStyle/>
          <a:p>
            <a:pPr marL="114300" indent="-114300" eaLnBrk="1" hangingPunct="1"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0183FE-4160-456A-9FEA-21A8D8F1A5C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228600" y="1855788"/>
            <a:ext cx="4260850" cy="3154362"/>
          </a:xfrm>
        </p:spPr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950"/>
            <a:ext cx="4343400" cy="36115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600" dirty="0" smtClean="0"/>
              <a:t>.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600" dirty="0" smtClean="0"/>
              <a:t>.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600" dirty="0" smtClean="0"/>
              <a:t>.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600" dirty="0" smtClean="0"/>
              <a:t>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600" dirty="0" smtClean="0"/>
              <a:t>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1600" dirty="0" err="1" smtClean="0"/>
              <a:t>Lorem</a:t>
            </a:r>
            <a:r>
              <a:rPr lang="en-US" sz="1600" dirty="0" smtClean="0"/>
              <a:t> </a:t>
            </a:r>
            <a:r>
              <a:rPr lang="en-US" sz="1600" dirty="0" err="1" smtClean="0"/>
              <a:t>ipsum</a:t>
            </a:r>
            <a:r>
              <a:rPr lang="en-US" sz="1600" dirty="0" smtClean="0"/>
              <a:t> dolor sit </a:t>
            </a:r>
            <a:r>
              <a:rPr lang="en-US" sz="1600" dirty="0" err="1" smtClean="0"/>
              <a:t>amet</a:t>
            </a:r>
            <a:r>
              <a:rPr lang="en-US" sz="1600" dirty="0" smtClean="0"/>
              <a:t>, </a:t>
            </a:r>
            <a:r>
              <a:rPr lang="en-US" sz="1600" dirty="0" err="1" smtClean="0"/>
              <a:t>consectetur</a:t>
            </a:r>
            <a:r>
              <a:rPr lang="en-US" sz="1600" dirty="0" smtClean="0"/>
              <a:t>.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endParaRPr lang="en-US" sz="18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E2A34F-5DC0-4201-BC25-8D3765064E3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2773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This is dummy topic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228600" y="1855788"/>
            <a:ext cx="2136775" cy="1582737"/>
          </a:xfrm>
        </p:spPr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725" y="1768475"/>
            <a:ext cx="6389688" cy="3611563"/>
          </a:xfrm>
        </p:spPr>
        <p:txBody>
          <a:bodyPr/>
          <a:lstStyle/>
          <a:p>
            <a:pPr marL="173038" indent="-173038" eaLnBrk="1" hangingPunct="1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lnSpc>
                <a:spcPct val="130000"/>
              </a:lnSpc>
              <a:buFont typeface="Arial" pitchFamily="34" charset="0"/>
              <a:buChar char="•"/>
              <a:defRPr/>
            </a:pP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dolor sit </a:t>
            </a:r>
            <a:r>
              <a:rPr lang="en-US" sz="1800" dirty="0" err="1" smtClean="0"/>
              <a:t>amet</a:t>
            </a:r>
            <a:r>
              <a:rPr lang="en-US" sz="1800" dirty="0" smtClean="0"/>
              <a:t>, </a:t>
            </a:r>
            <a:r>
              <a:rPr lang="en-US" sz="1800" dirty="0" err="1" smtClean="0"/>
              <a:t>consectetur</a:t>
            </a:r>
            <a:r>
              <a:rPr lang="en-US" sz="1800" dirty="0" smtClean="0"/>
              <a:t>. </a:t>
            </a:r>
          </a:p>
          <a:p>
            <a:pPr marL="173038" indent="-173038" eaLnBrk="1" hangingPunct="1">
              <a:buFont typeface="Arial" pitchFamily="34" charset="0"/>
              <a:buChar char="•"/>
              <a:defRPr/>
            </a:pPr>
            <a:endParaRPr lang="en-US" sz="1800" dirty="0" smtClean="0"/>
          </a:p>
          <a:p>
            <a:pPr indent="173038" eaLnBrk="1" hangingPunct="1">
              <a:buFont typeface="Arial" pitchFamily="34" charset="0"/>
              <a:buChar char="•"/>
              <a:defRPr/>
            </a:pPr>
            <a:endParaRPr lang="en-US" sz="1800" dirty="0" smtClean="0"/>
          </a:p>
          <a:p>
            <a:pPr indent="173038" eaLnBrk="1" hangingPunct="1">
              <a:buFont typeface="Arial" pitchFamily="34" charset="0"/>
              <a:buChar char="•"/>
              <a:defRPr/>
            </a:pPr>
            <a:endParaRPr lang="en-US" sz="1800" dirty="0" smtClean="0"/>
          </a:p>
          <a:p>
            <a:pPr marL="173038" indent="-173038" eaLnBrk="1" hangingPunct="1">
              <a:buFont typeface="Arial" pitchFamily="34" charset="0"/>
              <a:buChar char="•"/>
              <a:defRPr/>
            </a:pPr>
            <a:endParaRPr lang="en-US" sz="1800" dirty="0" smtClean="0"/>
          </a:p>
          <a:p>
            <a:pPr marL="173038" indent="-173038" eaLnBrk="1" hangingPunct="1">
              <a:buFont typeface="Arial" pitchFamily="34" charset="0"/>
              <a:buChar char="•"/>
              <a:defRPr/>
            </a:pPr>
            <a:endParaRPr lang="en-US" sz="1800" dirty="0" smtClean="0"/>
          </a:p>
          <a:p>
            <a:pPr indent="173038" eaLnBrk="1" hangingPunct="1">
              <a:buFont typeface="Arial" pitchFamily="34" charset="0"/>
              <a:buChar char="•"/>
              <a:defRPr/>
            </a:pPr>
            <a:endParaRPr lang="en-US" sz="1800" dirty="0" smtClean="0"/>
          </a:p>
          <a:p>
            <a:pPr indent="173038" eaLnBrk="1" hangingPunct="1">
              <a:buFont typeface="Arial" pitchFamily="34" charset="0"/>
              <a:buChar char="•"/>
              <a:defRPr/>
            </a:pPr>
            <a:endParaRPr lang="en-US" sz="1800" dirty="0" smtClean="0"/>
          </a:p>
          <a:p>
            <a:pPr marL="173038" indent="-173038" eaLnBrk="1" hangingPunct="1">
              <a:defRPr/>
            </a:pPr>
            <a:endParaRPr lang="en-US" sz="1800" dirty="0" smtClean="0"/>
          </a:p>
          <a:p>
            <a:pPr indent="173038" eaLnBrk="1" hangingPunct="1">
              <a:buFont typeface="Arial" pitchFamily="34" charset="0"/>
              <a:buChar char="•"/>
              <a:defRPr/>
            </a:pPr>
            <a:endParaRPr lang="en-US" sz="1800" dirty="0" smtClean="0"/>
          </a:p>
          <a:p>
            <a:pPr indent="173038" eaLnBrk="1" hangingPunct="1">
              <a:buFont typeface="Arial" pitchFamily="34" charset="0"/>
              <a:buChar char="•"/>
              <a:defRPr/>
            </a:pPr>
            <a:endParaRPr lang="en-US" sz="18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428883-6322-490B-9A9C-3C5D638F4BD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33797" name="Title 2"/>
          <p:cNvSpPr>
            <a:spLocks noGrp="1"/>
          </p:cNvSpPr>
          <p:nvPr>
            <p:ph type="title"/>
          </p:nvPr>
        </p:nvSpPr>
        <p:spPr bwMode="auto">
          <a:xfrm>
            <a:off x="1657350" y="800100"/>
            <a:ext cx="7258050" cy="566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This is dummy topic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 bwMode="auto">
          <a:xfrm>
            <a:off x="1657350" y="5043488"/>
            <a:ext cx="7258050" cy="5667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 smtClean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757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5B0"/>
      </a:hlink>
      <a:folHlink>
        <a:srgbClr val="0075B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5B0"/>
      </a:hlink>
      <a:folHlink>
        <a:srgbClr val="0075B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</TotalTime>
  <Words>414</Words>
  <Application>Microsoft Office PowerPoint</Application>
  <PresentationFormat>On-screen Show (4:3)</PresentationFormat>
  <Paragraphs>92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Office Theme</vt:lpstr>
      <vt:lpstr>1_Office Theme</vt:lpstr>
      <vt:lpstr>2_Office Theme</vt:lpstr>
      <vt:lpstr>Guidelines for Ppt Template Usage</vt:lpstr>
      <vt:lpstr>Welcome to Cybage</vt:lpstr>
      <vt:lpstr>This is dummy title  </vt:lpstr>
      <vt:lpstr>This is dummy title</vt:lpstr>
      <vt:lpstr>This is dummy title</vt:lpstr>
      <vt:lpstr>PowerPoint Presentation</vt:lpstr>
      <vt:lpstr>PowerPoint Presentation</vt:lpstr>
      <vt:lpstr>This is dummy title</vt:lpstr>
      <vt:lpstr>This is dummy title</vt:lpstr>
      <vt:lpstr>This is dummy title</vt:lpstr>
      <vt:lpstr>This is dummy topic</vt:lpstr>
      <vt:lpstr>This is dummy title</vt:lpstr>
      <vt:lpstr>This is dummy headline</vt:lpstr>
      <vt:lpstr>This is Agenda slide</vt:lpstr>
      <vt:lpstr>This is dummy topic</vt:lpstr>
      <vt:lpstr>This is dummy topic</vt:lpstr>
      <vt:lpstr>This is dummy topic</vt:lpstr>
      <vt:lpstr>Thank You!</vt:lpstr>
    </vt:vector>
  </TitlesOfParts>
  <Company>Cybage Software Pvt. 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Nitin Pangrekar</cp:lastModifiedBy>
  <cp:revision>304</cp:revision>
  <dcterms:created xsi:type="dcterms:W3CDTF">2009-07-20T04:26:09Z</dcterms:created>
  <dcterms:modified xsi:type="dcterms:W3CDTF">2016-02-12T11:38:49Z</dcterms:modified>
</cp:coreProperties>
</file>